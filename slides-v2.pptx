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7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75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글 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14</c:v>
                  </c:pt>
                  <c:pt idx="1">
                    <c:v>15</c:v>
                  </c:pt>
                  <c:pt idx="2">
                    <c:v>16</c:v>
                  </c:pt>
                  <c:pt idx="3">
                    <c:v>17</c:v>
                  </c:pt>
                  <c:pt idx="4">
                    <c:v>18</c:v>
                  </c:pt>
                  <c:pt idx="5">
                    <c:v>19</c:v>
                  </c:pt>
                  <c:pt idx="6">
                    <c:v>20</c:v>
                  </c:pt>
                  <c:pt idx="7">
                    <c:v>21</c:v>
                  </c:pt>
                  <c:pt idx="8">
                    <c:v>22</c:v>
                  </c:pt>
                  <c:pt idx="9">
                    <c:v>23</c:v>
                  </c:pt>
                  <c:pt idx="10">
                    <c:v>24</c:v>
                  </c:pt>
                  <c:pt idx="11">
                    <c:v>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139</c:v>
                </c:pt>
                <c:pt idx="1">
                  <c:v>242</c:v>
                </c:pt>
                <c:pt idx="2">
                  <c:v>238</c:v>
                </c:pt>
                <c:pt idx="3">
                  <c:v>264</c:v>
                </c:pt>
                <c:pt idx="4">
                  <c:v>165</c:v>
                </c:pt>
                <c:pt idx="5">
                  <c:v>180</c:v>
                </c:pt>
                <c:pt idx="6">
                  <c:v>318</c:v>
                </c:pt>
                <c:pt idx="7">
                  <c:v>322</c:v>
                </c:pt>
                <c:pt idx="8">
                  <c:v>248</c:v>
                </c:pt>
                <c:pt idx="9">
                  <c:v>219</c:v>
                </c:pt>
                <c:pt idx="10">
                  <c:v>206</c:v>
                </c:pt>
                <c:pt idx="11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일반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32918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658368"/>
            <a:ext cx="8101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랜딩 사이트의 방문자수 분석, 광고 데이터 분석 → 랜딩 사이트 개선, 광고 개선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972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= 방문수 → 방문당 신청률 → 수임 전환율 → 수임당 매출   (칸마다 왜 분석이 어려운가)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11480" y="1335024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" y="1353312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방문수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1554480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통계에 봇이 섞이고 유입 경로를 놓침 → OS로 봇 추정, 경로는 추이로만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388870" y="1335024"/>
            <a:ext cx="137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26030" y="1335024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99182" y="1353312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599182" y="1554480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정확(문자)하지만 분모인 방문이 추정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503420" y="1335024"/>
            <a:ext cx="137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40580" y="1335024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13732" y="1353312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713732" y="1554480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뒤는 전화라 사이트 밖. 기록 없음, 변리사 기억뿐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6617970" y="1335024"/>
            <a:ext cx="137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5130" y="1335024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28282" y="1353312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828282" y="1554480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수수료·수임률은 변리사 답(기억에 의한 값)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411480" y="210312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2340864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338328" y="2542032"/>
          <a:ext cx="4937760" cy="18470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5532120" y="21031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기간 (문제)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532120" y="23408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532120" y="2743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임팩트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532120" y="2980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= 연 200건 감소 × 수임 10~20% × 수수료 300만 원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532120" y="351129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532120" y="3749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연 150건 = 방문 3,812(2024) 그대로 두고 신청률만 4.6%(2020년 수준)로 되돌리면 177건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 · 전처리: 2,895건 → 스팸 254건 제외 2,641건. 수임률·수수료는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2015년부터 꾸준히 감소, 급감 구간에 절반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 추정, 명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097280"/>
          <a:ext cx="3108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250545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같은 IP는 하루 1회. 봇 = OS "Robot"·"Linux" 방문을 뺌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2021-10부터 방문이 월 900 → 2,100인데 신청은 월 12 → 5. 급증분은 전부 유입 경로 없는 "직접", 시간대 0~23시 고름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 신뢰 낮음: Robot 8,848 급증, Chrome도 두 배인데 신청은 그대로 → Chrome인 척하는 자동 접속 추정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3703320" y="658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방문수: 끊긴 것은 다음·블로그·네이버 검색, 광고는 가장 덜 감소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703320" y="8961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연간 방문 (서버 기록, "직접" 제외. 출처를 놓치는 경우가 많아 추이로만 봄)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330952" y="1207008"/>
            <a:ext cx="1325880" cy="155448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graphicFrame>
        <p:nvGraphicFramePr>
          <p:cNvPr id="10" name="Chart 1" descr=""/>
          <p:cNvGraphicFramePr/>
          <p:nvPr/>
        </p:nvGraphicFramePr>
        <p:xfrm>
          <a:off x="3611880" y="1097280"/>
          <a:ext cx="516636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703320" y="30358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2020→22:  네이버 광고 −40% · 네이버 검색 −54% · 네이버 블로그 −93% · 다음 −99% · 신청 −77%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11480" y="3611880"/>
            <a:ext cx="8321040" cy="804672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21208" y="3639312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 유입경로별 세션 (2026-09-18 ~ 10-15, 28일, 215)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52120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Search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38988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25856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Paid Search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12724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Social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99592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Referral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864608" y="3858768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옛 사이트가 http라 네이버(https)에서 올 때 출처(리퍼러 쪽지)가 빠져 "직접"으로 잘못 분류됨. 10-06 전엔 광고 링크에 UTM이 없어 광고가 Organic Search로 들어감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 — 연도별·OS별 방문자(2015 ~ 2026), 유입 도메인별 방문(2016 ~ 2026-10-06). GA4 트래픽 획득 보고서 · 전처리: 경로 비교는 "직접"(봇 대부분) 제외.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 — 원인과 할 일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45720" cy="3703320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중단 시점이 2021-05이면 신청이 처음 꺾인 달과 일치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920240" cy="18288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874520"/>
            <a:ext cx="18105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재개하면: 예상 비용 vs 추가 매출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644(2020년 수준) × 신청률 4.6% = 신청 연 30건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30건 × 수임률 10~20% = 수임 3~6건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3~6건 × 수수료 300만 원 = 매출 연 900만~1,800만 원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비용: 644클릭 × 네이버 클릭당 1,891원 = 연 약 120만 원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 클릭당 14,000~28,000원. 카카오 단가 미확인(네이버의 7배를 넘지 않으면 이득)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다음(카카오) 재개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14600" y="685800"/>
            <a:ext cx="45720" cy="3703320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0604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1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2560320" y="960120"/>
          <a:ext cx="2011680" cy="914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2606040" y="18928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글 수(건, 2014~2025). 블로그에서 온 방문은 2,555(2016) → 600(2020) → 118(2021) → 43(2022)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글의 성격: 승소율·FAQ·제도 안내 — 읽을 글 → 등록/승소 리스트 (2015 이후 계속)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 (2016 C-Rank, 2018 VIEW, 2021-10 스마트블록)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읽을 내용이 있는 글로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617720" y="685800"/>
            <a:ext cx="45720" cy="370332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960120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쪽: 글자가 전부 이미지라 검색엔진이 못 읽음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0916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리뉴얼로 글자를 텍스트로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720840" y="685800"/>
            <a:ext cx="45720" cy="3703320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1228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960120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기기: 신청 페이지 142명 중 모바일 62 (44%)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방문, 사무소 네이버 블로그 글 목록 2,736건(공개 RSS·글 목록), GA4 2026-09-02 ~ 10-01 · 전처리: GA4는 작업자 접속이 섞인 "직접" 69세션 제외. 다음 중단은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괄호는 90일 클릭 수 · 클릭당 비용은 유형과 상관없이 2,000원 안팎 (지역명만 706원)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115568"/>
          <a:ext cx="47548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40680" y="6583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40680" y="89611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</a:t>
            </a:r>
            <a:endParaRPr lang="en-US" sz="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5394960" y="1188720"/>
          <a:ext cx="33832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10-03(90일), 비교용 2025-07-02 ~ 09-29 · 전처리: 27,277행, 보고서 제목 줄 제거. 검색어 9,383개를 글자 규칙으로 유형 분류(클릭 난 231개는 검산)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0175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0175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2618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49961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 광고 유입 120건의 검색어 유형별 체류(%) · 괄호는 사람 수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38328" y="1664208"/>
          <a:ext cx="3675888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325526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18초 안에 "누가·무엇을·무료로", 읽기 끝에 간편 신청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160520" y="1298448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보완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유입 → 키워드광고 유입 신청자: 네이버 전환 추적 코드 설치 (신청 → 승인 → 설치)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전화로 바로 거는 사람: 휴대폰 번호 클릭 기록, 사이트 전용 착신 번호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160520" y="325526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신청마다 수임 여부 기록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932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675120" y="3035808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분쟁 페이지를 리뉴얼 우선순위에, 폼보다 전화 → 분쟁 광고는 줄이지 않음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2,174건, 서버 실제 방문, GA4 광고 유입 120세션(2026-09-02 ~ 10-01), 변리사 답(수임률·수수료) · 전처리: 게시판은 스팸 10건·휴대폰 형식 아님 23건 제외 → 2,141건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2026-10-16T04:33:56Z</dcterms:created>
  <dcterms:modified xsi:type="dcterms:W3CDTF">2026-10-16T04:33:57Z</dcterms:modified>
</cp:coreProperties>
</file>