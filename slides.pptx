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424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2801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444752"/>
          <a:ext cx="4297680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33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방문자수는 2015년(11,253)부터 꾸준히 감소, 2022년부터 3,000명대 횡보. 신청 급감 구간에 6,648 → 3,397 절반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2999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 추정 = 전체 − 봇 추정(OS "Robot"·"Linux" 방문). 접속자통계 연도별·OS별 방문자, 같은 IP는 하루 1회</a:t>
            </a:r>
            <a:endParaRPr lang="en-US" sz="7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38328" y="3255264"/>
          <a:ext cx="429768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937760" y="1097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3350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15798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4871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2918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51129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접속자통계 연도별·OS별 방문자(같은 IP는 하루 1회). 236건 분해는 셰이플리(순서에 따라 36~71%라 평균)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추정 근거: 2021-10부터 방문이 월 900 → 2,100인데 신청은 월 12 → 5. 급증분은 전부 유입 경로 없는 "직접", 시간대 0~23시 고름. 2025 신뢰 낮음: Robot 8,848 급증, Chrome도 두 배인데 신청은 그대로 → Chrome인 척하는 자동 접속 추정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400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2020→2022년에 끊긴 것은 다음·블로그·네이버 검색. 광고는 가장 덜 감소 → 신청 감소의 원인은 광고가 아님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77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접속자통계 / 유입 도메인별 방문 8종 / 2016 ~ 2026-10-06 / "직접"(봇 대부분) 제외 / 서버는 유입 경로를 놓치는 경우가 많아 추이로만 봄 (광고 보고서 90일 클릭 388 vs 서버 9달 203)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63240" y="1188720"/>
            <a:ext cx="2148840" cy="118872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060704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78992"/>
          <a:ext cx="8458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517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신청(문자) −77%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2907792"/>
            <a:ext cx="45720" cy="1517904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 다음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답: 다음 광고·등록 중단. 그 외 사무소 내부 변화 없음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2015~2020년 연 640~1,620 → 2022년 7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확인된 원인. 중단 시점이 2021-05이면 신청이 처음 꺾인 달(2장)과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다음(카카오) 재개. 2020년 수준(644)이면 연 30건, 수임 3~6건 = 매출 연 900만~1,800만 원. 비용은 네이버 단가(1,891원)면 연 약 120만 원. 손익분기 클릭당 14,000~28,000원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2514600" y="2907792"/>
            <a:ext cx="45720" cy="1517904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 블로그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2,736건의 날짜·제목, 최근 50건 본문 / 2014 ~ 2026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글의 양은 원인 아님 (가장 많이 쓴 2020~21년에 600 → 118)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1: 글 형태 변화(읽을 글 → 실적 리스트). 2016년 정점 뒤 계단식 감소와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2: 네이버 노출 방식 변화(2016 C-Rank, 2018 VIEW, 2021-10 스마트블록). 둘이 겹친 것으로 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읽을 내용이 있는 글로. 광고비 없는 경로지만 효과는 몇 년, 네이버에 달림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617720" y="2907792"/>
            <a:ext cx="45720" cy="1517904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 네이버 검색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아닌 네이버 검색 결과에서 온 방문. 4,902(2016) → 2,220(2020) → 1,028(2022) → 776(2026). 블로그와 같은 시기, 같은 방향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사이트 쪽(글자가 전부 이미지라 검색엔진이 못 읽음) + 네이버 쪽(1-3과 같은 개편). 과거 검색 순위 자료가 없어 비중은 모름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리뉴얼로 글자를 텍스트로. 그 뒤 유입이 늘면 사이트 쪽 원인이 컸던 것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6720840" y="2907792"/>
            <a:ext cx="45720" cy="1517904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1-5 네이버 광고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(GA4). 기기: 신청 페이지 142명 중 모바일 44%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실제 방문의 3분의 2가 광고 → 랜딩은 광고 방문자 기준, 휴대폰부터 (사이트는 PC 폭 고정)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첫 화면 경유는 광고 검색어가 사라지고 조회수가 두 번 셈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리뉴얼에서는 광고가 바로 해당 페이지로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접속자통계(유입 도메인별), 사무소 네이버 블로그 글 목록, GA4 2026-09-02 ~ 10-01(작업자 접속 섞인 "직접" 69세션 제외). 변리사 답은 기억에 의한 값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47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2,434원). 피셔, 우연일 확률 0.1% 미만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24323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670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100으로. 18→15는 우연일 확률 73%(이항), 광고비대로 줄었다면 15건 이상일 확률 8%(포아송)</a:t>
            </a:r>
            <a:endParaRPr lang="en-US" sz="8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5394960" y="2834640"/>
          <a:ext cx="3383280" cy="932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hape 17"/>
          <p:cNvSpPr/>
          <p:nvPr/>
        </p:nvSpPr>
        <p:spPr>
          <a:xfrm>
            <a:off x="5440680" y="3822192"/>
            <a:ext cx="3291840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321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뺌: 특허·특허법인·변리사·특허사무소 입찰 낮추거나 제외("특허출원"은 남김). 확장 검색은 성적 나쁜 그룹부터 끔, "변리사파견" 등 무관 노출 정리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늘림: 지방 키워드(클릭률 1.9%, 클릭당 706원, 변리사 선호), 심사관출신 그룹(클릭률 1위, 비용 2.5%)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미만(90일). 수임 1건당 광고비 24만~98만 원 = 수수료의 8~33% → 광고는 남음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대응, 비용·절차 블록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직접 전화 문의 월 5건 이내, 어디서 번호를 봤는지 모름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신청은 평일의 절반(z, 우연일 확률 0.1% 미만). 0~7시 신청 13%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안 잡힘. 휴대폰(44%)은 번호 클릭으로 셀 수 있고 PC는 못 셈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휴대폰 번호 클릭 기록, PC는 전용 착신 번호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수임 여부는 분기 1회 기록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간편 신청 유지, 0~7시 신청에 "오전 8시 이후 연락"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(2,300만~4,600만 vs 2,700만~5,300만, 전환율 같다고 가정)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신청은 전체 감소 뒤에도 안 줄음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페이지를 리뉴얼 우선순위에, 폼보다 전화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알림 문자·게시판(2,141건) ÷ 서버 실제 방문(슬라이드 2), 네이버 광고 90일 + 같은 기간 게시판 15건, GA4 광고 유입 120세션, Clarity 녹화 5건, 변리사 답(수임률·수수료·문의)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경향. 분쟁 매출은 전환율을 출원과 같다고 가정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광고/검색어/광고그룹으로, 입구 구분(출원/분쟁/간편), 폼 시작·제출·완료 이벤트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저장(DB 미확인), 첫 화면 검색어를 신청 페이지로 넘김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녹화. 옛 UA 코드 제거, 작업자 IP 차단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서비스 신청함, 승인 뒤 설치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원인: 다음 중단만 확인, 블로그·네이버 검색은 추정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 · 구글 미검토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검정: 포괄 vs 구체적 클릭률·지역명·주말 신청은 우연일 확률 0.1% 미만(피셔·z). 신청 18→15는 73%(이항), 유형별 체류 6~22%(피셔)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2026-10-16T01:41:58Z</dcterms:created>
  <dcterms:modified xsi:type="dcterms:W3CDTF">2026-10-16T01:41:58Z</dcterms:modified>
</cp:coreProperties>
</file>