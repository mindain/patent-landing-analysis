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308</c:v>
                </c:pt>
                <c:pt idx="6">
                  <c:v>163</c:v>
                </c:pt>
                <c:pt idx="7">
                  <c:v>72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A9B4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9개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9,374개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방문당 신청률(%)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 형태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랜딩페이지 리뉴얼 — 데이터 분석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30632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5488" y="1133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138988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신청이 308건(2020) → 72건(2022)으로 줄고 회복 안 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184708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신청(건)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2011680"/>
          <a:ext cx="411480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5488" y="36118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</a:t>
            </a:r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1078992"/>
            <a:ext cx="4114800" cy="16002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73168" y="1133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773168" y="1371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236건 감소 = 방문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(셰이플리 분해)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1755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줄고, 광고는 원인 아님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9개가 광고비 26%, 클릭률은 1/8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수임 기록 없음, 분쟁 건당 7배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770632"/>
            <a:ext cx="4114800" cy="13716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73168" y="28254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773168" y="306324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수임 여부, 광고 뒤 신청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42793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방문(3,812)으로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유입 경로별 방문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983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7772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변화로 추정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봇은 OS(Robot·Linux)로 뺌. *다 못 뺀 해(2016·17·19·25·26)는 연한 회색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9개('특허'·'변리사' 등 한 단어)가 차지하는 몫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74920" y="777240"/>
            <a:ext cx="3703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9개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26%, 클릭률 0.06% vs 구체적 검색어 0.50% (피셔 정확검정, 우연일 확률 0.1% 미만)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등록한 말 0.61% vs 확장 0.32%, 2배 차이 (같은 검정, 포괄 검색어 제외)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74920" y="2926080"/>
            <a:ext cx="3703320" cy="118872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2990088"/>
            <a:ext cx="3520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4.6%(2020) → 2.1%(2022)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줄었는지는 당시 기록이 없어 모름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24612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29184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없음(기억으로 10건 중 1~2건)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번호만 남김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05156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12648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건수는 적지만 건당 수임료가 7배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수수료는 사무소 수가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858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하면 무엇이 움직이나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2834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090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/  서버 통계는 연도 합계  /  신청 뒤(전화·수임) 데이터 없음  /  광고는 클릭까지만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65760" y="3474720"/>
            <a:ext cx="8412480" cy="347472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" y="3474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변리사: [ 리포트를 읽은 반응 — 제출 전 채움 ]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39319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제출 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2026-10-14T11:14:43Z</dcterms:created>
  <dcterms:modified xsi:type="dcterms:W3CDTF">2026-10-14T11:14:43Z</dcterms:modified>
</cp:coreProperties>
</file>